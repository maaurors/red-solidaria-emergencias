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incendios de Valparaiso, terremoto 27F, aluviones. El problema no es falta de solidaridad sino falta de informacion.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Enfoque sistemico: ninguna parte funciona sola. La retroalimentacion (deficit visible) es lo que convierte partes sueltas en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lamina responde directamente al criterio de exito del taller: coherencia entre el Canvas y los requerimientos tecnicos.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SOLIDARIA DE EMERGENCIAS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negocio sistémico y requerimientos TI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Evaluativo — Base de Datos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Gabriela Mistral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Fredy Jiménez · Mauro Rivera · Alejandro Vera · Charles Smith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ayudar a ciegas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catástrofe en Chile se repite el mismo patrón: la ciudadanía dona masivamente, pero sin información sobre lo que realmente se necesita en cada albergue.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D94F6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Donaciones a ciegas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9718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 ropa donde falta agua; se acumulan alimentos en un albergue mientras otro no recibe nada.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8863C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Voluntarios descoordinados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29000" y="29718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presentan en masa a unos recintos y dejan otros sin apoyo; nadie ve la cobertura por turnos.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2E8B74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trazabilidad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63640" y="297180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puede responder a dónde fue cada donación: hoy se coordina por WhatsApp y planillas sueltas.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solución: una plataforma de coordinación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que conecta en tiempo real las necesidades de cada albergue con donantes y voluntarios. El déficit visible orienta la ayuda hacia donde falta.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148840"/>
            <a:ext cx="640080" cy="640080"/>
          </a:xfrm>
          <a:prstGeom prst="ellipse">
            <a:avLst/>
          </a:prstGeom>
          <a:solidFill>
            <a:srgbClr val="2C3E70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 sistémico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Entradas, procesos, salidas y retroalimentación entre las partes.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4820" y="2148840"/>
            <a:ext cx="640080" cy="640080"/>
          </a:xfrm>
          <a:prstGeom prst="ellipse">
            <a:avLst/>
          </a:prstGeom>
          <a:solidFill>
            <a:srgbClr val="2C3E70"/>
          </a:solidFill>
          <a:ln/>
        </p:spPr>
      </p:sp>
      <p:sp>
        <p:nvSpPr>
          <p:cNvPr id="11" name="Text 9"/>
          <p:cNvSpPr/>
          <p:nvPr/>
        </p:nvSpPr>
        <p:spPr>
          <a:xfrm>
            <a:off x="42748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Canvas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 y estrategia en los 9 bloques del Business Model Canvas.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 w="12700">
            <a:solidFill>
              <a:srgbClr val="2C3E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9460" y="2148840"/>
            <a:ext cx="640080" cy="640080"/>
          </a:xfrm>
          <a:prstGeom prst="ellipse">
            <a:avLst/>
          </a:prstGeom>
          <a:solidFill>
            <a:srgbClr val="2C3E70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técnicas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requerimientos funcionales y 5 no funcionales, trazados al modelo de datos.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 — Propuesta de negocio sistémico</a:t>
            </a:r>
            <a:endParaRPr lang="en-US" sz="2800" dirty="0"/>
          </a:p>
        </p:txBody>
      </p:sp>
      <p:pic>
        <p:nvPicPr>
          <p:cNvPr id="3" name="Image 0" descr="/tmp/diagrama_sistem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813816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 de las partes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Albergues / Coordinadores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Publican necesidades con cantidad y prioridad; reciben lo asignado y confirman turnos.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0515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9050">
            <a:solidFill>
              <a:srgbClr val="D94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887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 donaciones y consultan el destino exacto de cada aporte (trazabilidad).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9050">
            <a:solidFill>
              <a:srgbClr val="2E8B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Voluntarios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Agendan turnos por bloque; el sistema impide duplicidad de horario.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 w="19050">
            <a:solidFill>
              <a:srgbClr val="E886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1546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SENAPRED / Municipios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6576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 reportes de déficit y cobertura para decidir dónde reforzar.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 — Modelo de negocio Canvas</a:t>
            </a:r>
            <a:endParaRPr lang="en-US" sz="2800" dirty="0"/>
          </a:p>
        </p:txBody>
      </p:sp>
      <p:pic>
        <p:nvPicPr>
          <p:cNvPr id="3" name="Image 0" descr="/tmp/canvas_nego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14400"/>
            <a:ext cx="722376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 — Requerimientos funcionales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96012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usuarios diferenciados por rol: donante, voluntario, coordinador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17904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179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51790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emergencias y activar los albergues asociados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7568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7568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necesidades por albergue, con cantidad y prioridad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334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63347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donaciones con su detalle de ítems y cantidades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912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19125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donaciones a necesidades con trazabilidad completa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4904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74904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el déficit por albergue e ítem en tiempo real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306824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C3E7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068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30682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turnos de voluntarios impidiendo duplicidad de bloque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no funcionales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D94F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005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continua 24/7 durante emergencias declaradas.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914400" cy="640080"/>
          </a:xfrm>
          <a:prstGeom prst="roundRect">
            <a:avLst>
              <a:gd name="adj" fmla="val 8571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922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79222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Usabilidad móvil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023360" y="17922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responsive: en terreno el celular es el único canal.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914400" cy="640080"/>
          </a:xfrm>
          <a:prstGeom prst="roundRect">
            <a:avLst>
              <a:gd name="adj" fmla="val 8571"/>
            </a:avLst>
          </a:prstGeom>
          <a:solidFill>
            <a:srgbClr val="2E8B7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786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5786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de datos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23360" y="257860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Garantizada por el motor: claves foráneas, CHECK y UNIQUE.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64992"/>
            <a:ext cx="914400" cy="640080"/>
          </a:xfrm>
          <a:prstGeom prst="roundRect">
            <a:avLst>
              <a:gd name="adj" fmla="val 8571"/>
            </a:avLst>
          </a:prstGeom>
          <a:solidFill>
            <a:srgbClr val="2C3E7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649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649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privacidad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23360" y="33649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roles y protección de datos personales (Ley 19.628).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151376"/>
            <a:ext cx="914400" cy="640080"/>
          </a:xfrm>
          <a:prstGeom prst="roundRect">
            <a:avLst>
              <a:gd name="adj" fmla="val 8571"/>
            </a:avLst>
          </a:prstGeom>
          <a:solidFill>
            <a:srgbClr val="E8863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513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RNF5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1513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elástica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023360" y="415137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Tráfico masivo solo en catástrofes; bajo costo en reposo.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Coherencia: cada bloque del Canvas se sostiene en un requerimiento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del Canvas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Requerimiento que lo sostiene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7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Propuesta de valor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Déficit visible en tiempo real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RF6 + RNF1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Propuesta de valor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Trazabilidad de cada donación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RF4 + RF5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con clientes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Autoservicio de los tres roles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RF1, RF3, RF7 + RNF2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Actividades clave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Asignación donación a necesidad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clave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 como núcleo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RNF3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Segmentos de clientes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Roles diferenciados y datos protegidos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RF1 + RNF4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 de costos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costo fijo, escala en catástrofes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RNF5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técnico: el modelo de datos ya existe</a:t>
            </a:r>
            <a:endParaRPr lang="en-US" sz="2800" dirty="0"/>
          </a:p>
        </p:txBody>
      </p:sp>
      <p:pic>
        <p:nvPicPr>
          <p:cNvPr id="3" name="Image 0" descr="/tmp/diagrama_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30998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0" y="105156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2C3E70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1234440"/>
            <a:ext cx="1920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tablas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normalizadas en 3FN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relaciones N:M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resueltas con tablas asociativas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MySQL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ejecutable, con integridad garantizada por el motor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requerimientos no son promesas: cada RF se traza a la tabla que lo implementa.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3E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solidaridad chilena no falla.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información, sí.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Solidaria de Emergencias: que cada donación llegue donde falta.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2026-07-14T13:51:37Z</dcterms:created>
  <dcterms:modified xsi:type="dcterms:W3CDTF">2026-07-14T13:51:37Z</dcterms:modified>
</cp:coreProperties>
</file>